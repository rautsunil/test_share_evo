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7" r:id="rId3"/>
    <p:sldId id="308" r:id="rId4"/>
    <p:sldId id="309" r:id="rId5"/>
    <p:sldId id="257" r:id="rId6"/>
    <p:sldId id="313" r:id="rId7"/>
    <p:sldId id="297" r:id="rId8"/>
    <p:sldId id="299" r:id="rId9"/>
    <p:sldId id="300" r:id="rId10"/>
    <p:sldId id="301" r:id="rId11"/>
    <p:sldId id="302" r:id="rId12"/>
    <p:sldId id="298" r:id="rId13"/>
    <p:sldId id="303" r:id="rId14"/>
    <p:sldId id="304" r:id="rId15"/>
    <p:sldId id="305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76FB0-7639-049E-3DCF-34899452D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825A2-AC77-FFC2-E309-13D626979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82F24-12B7-14C4-7D07-16DAE753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AF89E-AFC6-CEF6-AE11-590A228A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563E-5914-7F10-A2B7-2677E4CD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001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14BC-B4D7-701D-1FD6-3A38CBC7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02AC0-9F8A-2119-A69D-8B9F95952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63B16-CC9E-B048-9B44-22CDA039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68860-D6CA-89F2-A4B5-E98FCE0A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F16C2-F941-88B1-5C03-18D2BC8E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6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1155-3EEA-F53F-ED53-8EFE2BF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F4EE5-65E5-B451-BF8B-44E69CC14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02A10-6BE1-B97A-B7FE-926E2289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BD89E-C82B-5223-9751-79802907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34681-5C24-907A-53B1-7BD6515C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46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C0C7-B3F3-DC66-DCC5-8629182A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3F824-6043-24AE-ED41-5778A04ED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A8639-25CD-8DFC-D121-F4EA0A869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D09149-61A8-0E4E-6CBA-A7B9EC30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D2DB9-D20B-FD85-DBE6-76D14AF48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486A8-5CF2-4AC7-0F3B-C7A5F4A5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97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7EC96-D475-9612-5FCA-A08F99723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A482A-49BE-F58C-873C-57B74A540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9C676-0446-BB41-21B5-E13913E3F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A051E-075D-CE6A-AC84-EE03629C0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E5926-DEF8-6A54-002A-13761CC442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B37BF-B020-EF7B-4602-B68E9459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9B521-B9DD-8355-D81E-FF2CBDD9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D92B6-D499-5B3B-21F1-E3F69B5E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46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47DA-5871-04A2-CBB5-7904B123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F0649-A222-5099-9A6C-8590BDB81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7B521-97E3-051C-6B5C-CE6ABE81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111BE-2EC2-40B1-E67A-1976B9B2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456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230CE-C552-2A72-969B-0A1DDDFD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0CD5B2-6CFC-25F5-5680-75AF60D5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5CFA6-284A-4DC3-D34A-61FFE9F6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19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BAEA-E25F-1A14-E075-48F2417B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FBE1-6E4C-2062-9C36-9E1C29CF5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57301-2F6F-77A7-5D54-66DAA036C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36880-BFE4-4EB4-756D-ABE5CA76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C21EE-DD7B-3CA7-DA34-60CE1B27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8C9DD-76EF-95F8-696B-365B032E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90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7A31B-A517-886F-32BF-ED8C5F994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B5E735-6735-DA1D-CCA4-1C9C05183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BDB0D8-5065-064C-0671-EFF595E84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D3077-77B2-9587-6AE2-0FE016BBF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EE034-A5C4-79EB-F1F1-4639A792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1E362-992A-72F9-A308-E2E97FB4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86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F3A1-F0F0-FC8F-019B-AA153CD0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4D9D6-E178-634A-7C3E-3BBA27F60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8206A-DFC5-184E-53DE-33015AB4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7C524-2D86-6C9C-0423-6D6565C98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2B6D-07C2-9AD9-942C-53ED8E82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31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12183-CAD9-B0C0-C1CA-0ED72B884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40978-1B84-C875-9280-7341000FA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DC353-8701-5A40-8F10-57D58EEC2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9F70-8E85-0242-09FB-6F3E95B12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C6304-333E-71CE-4CA9-E3E5FC035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657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90D66-0D7B-4E05-66C8-4DFD9E20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7E7F9-E750-FB8E-4022-5C8E90D0A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FA555-3B33-1E75-42DE-2CEF02EF1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0FCC0-4044-4128-8EC5-221CCA4A5C81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2C507-68B5-D7E8-4384-C9F296E5F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00B67-360D-1B30-5942-8CF0E38BA5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8C910-C3CB-4FDD-9270-DB33ECD8D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1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78478-2A09-BF18-18BB-7E0B61174E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5F275-3BD2-CFBD-7124-B15BC7C399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71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8DBCE-E399-C49F-6291-5BCFB79E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5" y="604443"/>
            <a:ext cx="10459910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5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AE968-AEB5-F6AE-2552-10F2CEF22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656838"/>
            <a:ext cx="9478698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0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451D45-8CD8-3C34-809E-537B28E3F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61" y="623496"/>
            <a:ext cx="10412278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80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41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D8F5-A6FD-4718-1A76-D9386556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CC07D-06E5-9396-11E7-5A81C860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547285"/>
            <a:ext cx="10698068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01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3A3B5-4F0E-181A-7477-7082470CA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547285"/>
            <a:ext cx="10698068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7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D88DCC-495D-7880-9C94-677CFEBAD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1" y="948273"/>
            <a:ext cx="10640910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9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4D4AF-3B60-24EE-E95F-092B08740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575864"/>
            <a:ext cx="10640910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59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EDC6E-8969-727B-E432-8B172BE9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3" y="585390"/>
            <a:ext cx="10555173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942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539C4-7868-FC6B-DC68-D359ED64A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637785"/>
            <a:ext cx="10640910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45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5A5841-07CE-6BA9-780D-388700A7B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561575"/>
            <a:ext cx="10650436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59A30-F140-6955-F7CA-80B5D91D2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0" y="585390"/>
            <a:ext cx="10564699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37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A926E-7F22-3263-6983-F8A60AA24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08" y="709233"/>
            <a:ext cx="10450383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23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9DA910-0256-22FA-B7EC-28C17214C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566338"/>
            <a:ext cx="10650436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868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AE2E22-9E56-3C3B-3851-0DB7BEB5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642548"/>
            <a:ext cx="10507541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7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Raut</dc:creator>
  <cp:lastModifiedBy>Sunil Raut</cp:lastModifiedBy>
  <cp:revision>2</cp:revision>
  <dcterms:created xsi:type="dcterms:W3CDTF">2026-03-10T18:43:09Z</dcterms:created>
  <dcterms:modified xsi:type="dcterms:W3CDTF">2026-03-10T18:43:38Z</dcterms:modified>
</cp:coreProperties>
</file>