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5" r:id="rId4"/>
    <p:sldId id="263" r:id="rId5"/>
    <p:sldId id="267" r:id="rId6"/>
    <p:sldId id="282" r:id="rId7"/>
    <p:sldId id="269" r:id="rId8"/>
    <p:sldId id="268" r:id="rId9"/>
    <p:sldId id="266" r:id="rId10"/>
    <p:sldId id="278" r:id="rId11"/>
    <p:sldId id="279" r:id="rId12"/>
    <p:sldId id="283" r:id="rId13"/>
    <p:sldId id="284" r:id="rId14"/>
    <p:sldId id="285" r:id="rId15"/>
    <p:sldId id="28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9E0A3-C855-3A1F-FDDA-2EF9EFC31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C9D031-87F1-CFD4-79F9-C16A9FE72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158E1-61D5-8801-6A3C-FDB6F9B61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94A81-150E-44AF-8B4E-C1D5A66A5B5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8E5D2-62BE-7DFA-4D5D-9F1AE752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D8F2E-92BC-F576-AFCC-11210086F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9E81-BAD6-4FCB-8429-2304DABE6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200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AF26E-B574-4BED-62DA-245F4F89F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BD720-2A43-10D3-F7A2-A9E76D4B8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5DCB6-5663-8901-DB62-D74519D55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94A81-150E-44AF-8B4E-C1D5A66A5B5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172AF-25C1-69DF-51AF-88B47D3A5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526A2-C110-346A-EE8B-A2841752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9E81-BAD6-4FCB-8429-2304DABE6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748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3C195-FA58-C5A9-477B-96B59C933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928BC-6565-6F71-3395-840C2FF6D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3C683-B5FD-1904-5711-E085EF341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94A81-150E-44AF-8B4E-C1D5A66A5B5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171D1-4F4D-9DED-1F4F-44A5F629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5B887-11EE-D962-F7CB-894D8E02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9E81-BAD6-4FCB-8429-2304DABE6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853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D195-23F7-069D-067B-F6A53B5B9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899FD-E87B-CDC1-7E10-1553FE4D7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ABD69-27B4-9C9F-4F2C-8712C2A0A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CED4B-398A-5EF4-41C4-37F06E42E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94A81-150E-44AF-8B4E-C1D5A66A5B5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71614-6966-D9FF-B69F-910CE5EE2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B7006-43D5-C733-2276-6084E2CB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9E81-BAD6-4FCB-8429-2304DABE6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099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2DAF2-4A7B-76A1-D7D5-DE6D70FB4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C79D1-33C8-E100-034E-7378A7852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A47A2-C0EA-7347-C228-36EF77CAD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A945A-6684-03CE-02E2-503DB6EC8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C9B906-DB43-713D-761F-9EBF7F632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FE515-F44A-1C8B-EAD9-1D47FB67B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94A81-150E-44AF-8B4E-C1D5A66A5B5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8EE53-D97C-BF30-C949-BFAFB66A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05C7E8-6D26-D729-AB7E-76C9DA083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9E81-BAD6-4FCB-8429-2304DABE6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47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F0AC-442A-9D83-2B9A-0983886CF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63A543-63A7-2FCF-1847-920F6788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94A81-150E-44AF-8B4E-C1D5A66A5B5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7AA9-C2F0-CC34-9DC2-E306CBC72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32BFF-65D2-9C1E-68C4-8E62024F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9E81-BAD6-4FCB-8429-2304DABE6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66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7FD107-E6E4-2B9E-A79B-F1CF388C2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94A81-150E-44AF-8B4E-C1D5A66A5B5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F1BBA-84D4-B16C-F6BE-02555286D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952CF-380E-AAFE-2654-EA0FB863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9E81-BAD6-4FCB-8429-2304DABE6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327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D1E1-379C-035A-2D07-D73AE83F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BE407-0961-9825-FD36-22BE9E461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B4628-97D9-1339-9EC6-0CC9C637E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7E2B5-03EB-69D9-CF41-E50A6C446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94A81-150E-44AF-8B4E-C1D5A66A5B5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95200-2D44-2BB9-D258-21A1DC7C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D7262-D451-0BEE-E372-50DD956F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9E81-BAD6-4FCB-8429-2304DABE6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96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37DB0-6228-87B1-1903-49091089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D8784B-76A0-7A1E-B886-36A730E924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98FCC-4DA6-3BD7-30CC-34EE0920E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80151-8052-D7BC-0329-9E3832342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94A81-150E-44AF-8B4E-C1D5A66A5B5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A7C4B-6078-4335-8D28-AD66D2ADA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35118-5E4E-E561-6826-C9BC6DDF0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9E81-BAD6-4FCB-8429-2304DABE6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3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E5B5-13E0-E196-E7C2-966C4441C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96D1D-F58F-471C-E859-FCCF0B618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3743B-21DE-9990-70F5-28E5598DB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94A81-150E-44AF-8B4E-C1D5A66A5B5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19844-8393-7C65-0D1A-1C43A93C5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E753B-0E57-6A37-FCC2-CBB30FE05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9E81-BAD6-4FCB-8429-2304DABE6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72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B8F68A-EAE1-0421-022D-E16227948A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7A3DE-1AD5-5F95-6538-56A04E049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CF588-8C77-BD2A-918A-E4A6A236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94A81-150E-44AF-8B4E-C1D5A66A5B5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68476-4703-E6F6-2815-CFAEB6CD5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F8DE8-2622-8014-0DA5-40BE63AC3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19E81-BAD6-4FCB-8429-2304DABE6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799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CC5B4F-766A-9B2A-5113-CFBF4932A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880C1-2AAA-26E5-97FA-ABA37DF0E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3E7F2-642C-F66E-E1D4-0078F49FC8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94A81-150E-44AF-8B4E-C1D5A66A5B5F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0604C-F2F6-96B5-5346-6FB239741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4C173-91C8-9CC9-FC52-71608D2552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19E81-BAD6-4FCB-8429-2304DABE6F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93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EBE43-EC7D-6BC6-3AE6-0C2BE2C2B5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AD146-25D9-D505-636E-F08F066F9E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401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2EFE18-0952-071D-5677-248C73FD0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74"/>
            <a:ext cx="12192000" cy="65684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20EDD6-61C3-E735-A6C1-0469AB083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626"/>
            <a:ext cx="12192000" cy="66087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9FF0B7-4E15-719A-6FE4-65FE53CED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97" y="485364"/>
            <a:ext cx="11688806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294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7DDC1-058C-809C-92A9-43717D99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7A36C62-E3FA-9166-57A2-0613A97D9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70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44818-D65F-547F-0A44-8E784487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784511-E37F-2997-9E05-46FD280B7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594"/>
            <a:ext cx="12192000" cy="656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42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7AC7FD-D85D-2550-405D-0FEC06E6C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89"/>
            <a:ext cx="12192000" cy="65580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3252B6-C9F2-5603-C42E-02D1AB5BC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231"/>
            <a:ext cx="12192000" cy="63815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380DB2-E9CA-9BCD-97C7-058C6483B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1" y="442307"/>
            <a:ext cx="10012589" cy="539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73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BB2FFB-6958-B5C2-FA7E-403E811CF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356873"/>
            <a:ext cx="11772900" cy="626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90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205729-588D-5E31-FB96-C6CE58D45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365289"/>
            <a:ext cx="10219763" cy="547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2632479-48FB-6C1C-862A-43F5B05E0D30}"/>
              </a:ext>
            </a:extLst>
          </p:cNvPr>
          <p:cNvSpPr/>
          <p:nvPr/>
        </p:nvSpPr>
        <p:spPr>
          <a:xfrm>
            <a:off x="0" y="-228600"/>
            <a:ext cx="12439650" cy="101727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BB0A96-C90A-66D6-6D3C-87A13E7482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01" t="-1852" r="367" b="-1852"/>
          <a:stretch>
            <a:fillRect/>
          </a:stretch>
        </p:blipFill>
        <p:spPr bwMode="auto">
          <a:xfrm>
            <a:off x="26670" y="-228600"/>
            <a:ext cx="8286750" cy="92478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57748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53B47B-38B7-5D71-57DC-0662C6912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71" y="742950"/>
            <a:ext cx="1166692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33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Sunil Raut</dc:creator>
  <cp:lastModifiedBy>Sunil Raut</cp:lastModifiedBy>
  <cp:revision>1</cp:revision>
  <dcterms:created xsi:type="dcterms:W3CDTF">2026-03-10T18:47:11Z</dcterms:created>
  <dcterms:modified xsi:type="dcterms:W3CDTF">2026-03-10T18:50:17Z</dcterms:modified>
</cp:coreProperties>
</file>